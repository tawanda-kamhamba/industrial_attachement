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9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3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8344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0F079-1DBE-28C7-366B-E8E628E21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75D715-53CC-BDC1-CAF3-407A30B872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87420A-D333-841C-6AF7-B65EF3B60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C0213-4C91-6E64-D4C3-C3E4D3A2CF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9093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4630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40AF"/>
                </a:solidFill>
              </a:rPr>
              <a:t>Industrial Attachment Management System (IAMS)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475569"/>
                </a:solidFill>
              </a:rPr>
              <a:t>Tawanda Kamhamba | R223985C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475569"/>
                </a:solidFill>
              </a:rPr>
              <a:t>BSc Honours Computer Science — FCEIC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475569"/>
                </a:solidFill>
              </a:rPr>
              <a:t>Supervisor: Dr. Gombiro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475569"/>
                </a:solidFill>
              </a:rPr>
              <a:t>University of Zimbabwe | June 2026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40AF"/>
                </a:solidFill>
              </a:rPr>
              <a:t>1. Introduction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Student: Tawanda Kamhamba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Number: R223985C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: HCS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v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Industrial Attachment Management System (IAMS)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v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  <a:r>
              <a:rPr lang="en-US" sz="140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Dr</a:t>
            </a: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Gombiro — Department of Computer Science, FCEIC</a:t>
            </a:r>
          </a:p>
          <a:p>
            <a:pPr>
              <a:buSzPct val="100000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Web-based platform centralising industrial attachment workflows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0AF"/>
                </a:solidFill>
              </a:rPr>
              <a:t>1(d) Brief Background of the Problem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Industrial attachment connects academic learning with workplace practice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Coordination required among students, companies, supervisors, and administrators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Many institutions still use paper forms, email, WhatsApp, and scattered storage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This causes delays, lost documents, and poor visibility of student progress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Faculty needs a central digital system to manage attachment at scale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0AF"/>
                </a:solidFill>
              </a:rPr>
              <a:t>2(a) What Problem Is Being Addressed?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Fragmented, manual management of industrial attachment programmes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No single platform for registration, assumption, orientation, contracts, logbooks, reports, visits, grades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Difficulty assigning and monitoring students to supervisors and host companies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Assessment records stored separately and inconsistently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0AF"/>
                </a:solidFill>
              </a:rPr>
              <a:t>2(b) Why Is It Important?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Attachment quality depends on timely monitoring and accurate records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Manual processes are error-prone and hard to scale (Sulaiman et al., 2022)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Institutions cannot easily demonstrate programme effectiveness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Poor coordination frustrates students, supervisors, and industry partners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0AF"/>
                </a:solidFill>
              </a:rPr>
              <a:t>2(c) Who Is Affected by the Problem?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Students — delayed feedback, unclear requirements, lost submissions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Institutional supervisors — difficulty tracking assigned students and visits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Company supervisors — informal grading and communication channels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Faculty administrators — heavy workload counting registrations and reports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Host companies — limited structured feedback mechanisms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0AF"/>
                </a:solidFill>
              </a:rPr>
              <a:t>3(a) General Objective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Develop IAMS: a role-based web application centralising industrial attachment management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Support students, institutional supervisors, company supervisors, and administrators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Replace fragmented manual processes with one integrated digital platform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Enable monitoring, scheduling, assessment, and reporting from one source of truth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0AF"/>
                </a:solidFill>
              </a:rPr>
              <a:t>3(b) Specific Objectives — Student Module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Secure login using registration number and password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Instructions page and onboarding guidance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Industrial registration and assumption of duty submission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Orientation checklist, contract upload, weekly e-logbook, final report upload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Visit date selection, supervisor assignment requests, issue reporting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0AF"/>
                </a:solidFill>
              </a:rPr>
              <a:t>3(b) Specific Objectives — Supervisor &amp; Admin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Supervisor dashboard for assigned students and document review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Visit scheduling: publish dates → students select → notifications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Visit grading, e-logbook marks, report marks, final grade computation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Password-protected company and visiting supervisor assessment forms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Admin analytics, supervisor assignment, in-system notifications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0AF"/>
                </a:solidFill>
              </a:rPr>
              <a:t>3(c) Expected Outcomes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Working web prototype replacing paper-based processes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Centralised MySQL database of attachment records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Faster supervisor monitoring and grade aggregation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Real-time admin analytics and improved audit trail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Foundation for future integration with institutional systems (e.g. Emhare)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0AF"/>
                </a:solidFill>
              </a:rPr>
              <a:t>4(a) System Architecture Diagram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Three-tier architecture: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Presentation: React 18 SPA (TypeScript, Vite, Tailwind CSS)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Application: PHP REST JSON API with session-based RBAC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Data: MySQL relational database (IASMS)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Flow: Browser → React (/iasms/app) → PHP API → MySQL + file storage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B66EE3-04FC-7165-63ED-888BD15BE8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821" y="2088741"/>
            <a:ext cx="4564699" cy="2844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0AF"/>
                </a:solidFill>
              </a:rPr>
              <a:t>4(b) Database Design — ER Diagram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Normalised MySQL schema (iasms.sql)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Core: registered_students, industrial_registration, students_assumption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Documents: student_contracts, student_reports, orientation_checklist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Activity: elogbook_entries, supervisor_visit_availability, student_visit_selections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Assessment: visiting_supervisor_grade, company_supervisor_grade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EA7C25-5948-1699-49A9-BA50E93C94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586" y="2415348"/>
            <a:ext cx="6621780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0AF"/>
                </a:solidFill>
              </a:rPr>
              <a:t>4(c) Class Diagram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Frontend: StudentLayout, SupervisorLayout, AdminLayout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Pages: RegisterPage, ELogbookPage, SupervisorDashboard, AdminDashboard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Backend: auth_login.php, student_*.php, supervisor_*.php, admin_*.php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Helpers: grading_helpers, notification_helpers, visit_schedule_helpers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410F5-F745-4DA6-CF29-34808302C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F3933C6-D328-52E2-A53B-44EDCA31E4FD}"/>
              </a:ext>
            </a:extLst>
          </p:cNvPr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E07482C-09A7-9784-9D4A-5D72ED97D8B6}"/>
              </a:ext>
            </a:extLst>
          </p:cNvPr>
          <p:cNvSpPr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B2F9D1-7787-23DF-4FF8-7CEB2A9540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-436562"/>
            <a:ext cx="5943600" cy="6016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1635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0AF"/>
                </a:solidFill>
              </a:rPr>
              <a:t>4(d) Use Case Diagram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Actors: Student, Institutional Supervisor, Company Supervisor, Administrator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Student: login, register, submit forms, e-logbook, upload documents, select visit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Supervisor: review documents, publish visits, enter scores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Admin: view analytics, assign supervisors, monitor submissions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4A80B1-5FCE-53AC-A43D-1C7915807A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2695" y="1946910"/>
            <a:ext cx="5706110" cy="3196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0AF"/>
                </a:solidFill>
              </a:rPr>
              <a:t>4(e) Workflow / Process Flowchart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Student journey: Login → Registration → Assumption → Orientation → E-Logbook → Contract → Report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Visit workflow: Supervisor publishes dates → Student selects → Visit → Scores recorded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Grading: Company score + Visit scores + E-logbook mark + Report mark → Final grade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1351AF-9046-3F6A-DB84-92C4855326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472" y="1783573"/>
            <a:ext cx="2865581" cy="2991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0AF"/>
                </a:solidFill>
              </a:rPr>
              <a:t>Technology Stack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Frontend: React 18, TypeScript, Vite, Tailwind CSS, Recharts, React Router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Backend: PHP 8 on Apache (XAMPP), REST JSON API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Database: MySQL / MariaDB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Tools: Postman, Git, Draw.io, jsPDF | Methodology: Agile Scrum (16 weeks)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0AF"/>
                </a:solidFill>
              </a:rPr>
              <a:t>5(a) Demo — Login &amp; Registration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Multi-role login: Student (index + password), Supervisor (staff ID), Admin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Onboarding guard blocks modules until registration and assumption complete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Industrial registration: programme, faculty, level, session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Assumption form: company, region, supervisor contacts, attachment period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F92D4A-4671-62E8-DC5C-1A128E8B12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425" y="2144712"/>
            <a:ext cx="5207000" cy="258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0AF"/>
                </a:solidFill>
              </a:rPr>
              <a:t>5(b) Main System Features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Student portal: dashboard, orientation, e-logbook, contract, report, visit schedule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Supervisor portal: assigned students, logbook review, visit scheduling, scores, grades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Admin portal: student lists, document viewers, assign supervisors, score overviews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Supervisor assignment requests and student issue reporting</a:t>
            </a: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A- Admin Dashboard, B- Supervisor dashboard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3B304A-03AF-D79E-72A8-C76224EFF3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1" y="2657475"/>
            <a:ext cx="3278504" cy="1994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153D4D-6E32-0828-F2E1-EAAD05770B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7720" y="2657475"/>
            <a:ext cx="3651977" cy="1933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0AF"/>
                </a:solidFill>
              </a:rPr>
              <a:t>5(c) Data Input and Processing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Weekly e-logbook: Mon–Fri job assigned &amp; skill acquired → elogbook_entries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PDF contract upload; single final report (PDF/DOC/DOCX)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Supervisor logbook comments trigger student notifications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Final grade computed from company, visit, e-logbook, and report marks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1BD52C-DBE4-4979-5F92-BA73AAB515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455" y="2182052"/>
            <a:ext cx="4865370" cy="2564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0AF"/>
                </a:solidFill>
              </a:rPr>
              <a:t>5(d) Reports and Dashboards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Admin charts: registrations by month, assumptions trend, faculty bar chart, region pie chart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Printable admin dashboard PDF summary (jsPDF)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Authenticated download of contracts and reports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UAT pass rate: 97.8% (44/45 tasks)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E0580D-7FE7-1DE0-A267-A058DB097B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662" y="2167890"/>
            <a:ext cx="5260340" cy="2796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0AF"/>
                </a:solidFill>
              </a:rPr>
              <a:t>5(e) AI / ML Functionality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Not applicable to this project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IAMS is an administrative information system — not a machine learning product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Evaluation: functional correctness, usability, response time, RBAC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Future work: predictive analytics on placement success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0AF"/>
                </a:solidFill>
              </a:rPr>
              <a:t>5(f) Mobile App Functionality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No native mobile application (Android/iOS) was developed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IAMS is a responsive web application on desktop and mobile browsers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Tested on Chrome, Edge, Firefox and Android mobile viewport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Tailwind CSS responsive layouts support field attachment use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0AF"/>
                </a:solidFill>
              </a:rPr>
              <a:t>5(g) Security &amp; Conclusion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RBAC via PHP sessions on all protected API endpoints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ProtectedRoute and StudentOnboardingGuard on frontend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File upload validation; SQL injection mitigation; HTTPS on production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Conclusion: IAMS centralises attachment management using React + PHP + MySQL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Thank you —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1232</Words>
  <Application>Microsoft Office PowerPoint</Application>
  <PresentationFormat>On-screen Show (16:9)</PresentationFormat>
  <Paragraphs>152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Attachment Management System (IAMS)</dc:title>
  <dc:subject>Capstone Presentation R223985C</dc:subject>
  <dc:creator>Tawanda Kamhamba</dc:creator>
  <cp:lastModifiedBy>Tawanda Kamhamba</cp:lastModifiedBy>
  <cp:revision>7</cp:revision>
  <dcterms:created xsi:type="dcterms:W3CDTF">2026-06-11T23:12:43Z</dcterms:created>
  <dcterms:modified xsi:type="dcterms:W3CDTF">2026-06-12T01:22:31Z</dcterms:modified>
</cp:coreProperties>
</file>